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34840" y="1417320"/>
            <a:ext cx="274320" cy="2743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745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spc="8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DEGEN DESK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D4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Solana memecoin risk &amp; analytics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B8BC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degendesk.xyz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0" y="228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DEGEN DESK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732520" y="329184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54480"/>
            <a:ext cx="73152" cy="18288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Solana retail is the most rugged group in crypto.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8680" y="3566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B8BC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Most never check on-chain before they buy.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0" y="228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DEGEN DESK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732520" y="329184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Current tools fail the users who need them most.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359152"/>
            <a:ext cx="164592" cy="1645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94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 trading terminals</a:t>
            </a:r>
            <a:pPr algn="l" indent="0" marL="0">
              <a:buNone/>
            </a:pPr>
            <a:r>
              <a:rPr lang="en-US" sz="2200" dirty="0">
                <a:solidFill>
                  <a:srgbClr val="B8BC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built for speed, not education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136392"/>
            <a:ext cx="164592" cy="1645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71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Smart-money trackers</a:t>
            </a:r>
            <a:pPr algn="l" indent="0" marL="0">
              <a:buNone/>
            </a:pPr>
            <a:r>
              <a:rPr lang="en-US" sz="2200" dirty="0">
                <a:solidFill>
                  <a:srgbClr val="B8BC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paywalled, Telegram-gated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3913632"/>
            <a:ext cx="164592" cy="1645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49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Single-purpose tools</a:t>
            </a:r>
            <a:pPr algn="l" indent="0" marL="0">
              <a:buNone/>
            </a:pPr>
            <a:r>
              <a:rPr lang="en-US" sz="2200" dirty="0">
                <a:solidFill>
                  <a:srgbClr val="B8BC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retail has to stitch a stack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0" y="228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DEGEN DESK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732520" y="329184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Degen Desk. Three surfaces, one platform.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468880" cy="1554480"/>
          </a:xfrm>
          <a:prstGeom prst="rect">
            <a:avLst/>
          </a:prstGeom>
          <a:solidFill>
            <a:srgbClr val="1A1C24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246888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603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 CHAT AGENT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37560" y="2194560"/>
            <a:ext cx="2468880" cy="1554480"/>
          </a:xfrm>
          <a:prstGeom prst="rect">
            <a:avLst/>
          </a:prstGeom>
          <a:solidFill>
            <a:srgbClr val="1A1C24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2194560"/>
            <a:ext cx="246888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5603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CHROME EXTENSION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126480" y="2194560"/>
            <a:ext cx="2468880" cy="1554480"/>
          </a:xfrm>
          <a:prstGeom prst="rect">
            <a:avLst/>
          </a:prstGeom>
          <a:solidFill>
            <a:srgbClr val="1A1C24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2194560"/>
            <a:ext cx="246888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5603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iOS APP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B8BC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Solana   |   Ethereum   |   Base   |   BNB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0" y="228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DEGEN DESK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732520" y="329184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free tier IS the product.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840480" cy="822960"/>
          </a:xfrm>
          <a:prstGeom prst="rect">
            <a:avLst/>
          </a:prstGeom>
          <a:solidFill>
            <a:srgbClr val="1A1C24"/>
          </a:solidFill>
          <a:ln w="12700">
            <a:solidFill>
              <a:srgbClr val="1A1C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441448"/>
            <a:ext cx="640080" cy="3200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414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606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FREE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08760" y="219456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Chat Agent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754880" y="2194560"/>
            <a:ext cx="3840480" cy="822960"/>
          </a:xfrm>
          <a:prstGeom prst="rect">
            <a:avLst/>
          </a:prstGeom>
          <a:solidFill>
            <a:srgbClr val="1A1C24"/>
          </a:solidFill>
          <a:ln w="12700">
            <a:solidFill>
              <a:srgbClr val="1A1C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2441448"/>
            <a:ext cx="640080" cy="3200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4414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606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FREE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15000" y="219456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Smart Money Tracker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3840480" cy="822960"/>
          </a:xfrm>
          <a:prstGeom prst="rect">
            <a:avLst/>
          </a:prstGeom>
          <a:solidFill>
            <a:srgbClr val="1A1C24"/>
          </a:solidFill>
          <a:ln w="12700">
            <a:solidFill>
              <a:srgbClr val="1A1C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493008"/>
            <a:ext cx="640080" cy="3200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49300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606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FREE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08760" y="32461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Heatmap &amp; Handle History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754880" y="3246120"/>
            <a:ext cx="3840480" cy="822960"/>
          </a:xfrm>
          <a:prstGeom prst="rect">
            <a:avLst/>
          </a:prstGeom>
          <a:solidFill>
            <a:srgbClr val="1A1C24"/>
          </a:solidFill>
          <a:ln w="12700">
            <a:solidFill>
              <a:srgbClr val="1A1C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3493008"/>
            <a:ext cx="640080" cy="3200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49300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606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FREE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15000" y="32461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Chrome Extension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0" y="228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DEGEN DESK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732520" y="329184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 traction. Six weeks. Solo.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2249424"/>
            <a:ext cx="164592" cy="1645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1UP Esports</a:t>
            </a:r>
            <a:pPr algn="l" indent="0" marL="0">
              <a:buNone/>
            </a:pPr>
            <a:r>
              <a:rPr lang="en-US" sz="2000" dirty="0">
                <a:solidFill>
                  <a:srgbClr val="B8BC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flagship partner (top-20 Fortnite org)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889504"/>
            <a:ext cx="164592" cy="1645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743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Shipping weekly</a:t>
            </a:r>
            <a:pPr algn="l" indent="0" marL="0">
              <a:buNone/>
            </a:pPr>
            <a:r>
              <a:rPr lang="en-US" sz="2000" dirty="0">
                <a:solidFill>
                  <a:srgbClr val="B8BC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since late March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529584"/>
            <a:ext cx="164592" cy="1645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3832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Seventeen</a:t>
            </a:r>
            <a:pPr algn="l" indent="0" marL="0">
              <a:buNone/>
            </a:pPr>
            <a:r>
              <a:rPr lang="en-US" sz="2000" dirty="0">
                <a:solidFill>
                  <a:srgbClr val="B8BC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in online high school full-time on this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4169664"/>
            <a:ext cx="164592" cy="1645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Quit fast-food job</a:t>
            </a:r>
            <a:pPr algn="l" indent="0" marL="0">
              <a:buNone/>
            </a:pPr>
            <a:r>
              <a:rPr lang="en-US" sz="2000" dirty="0">
                <a:solidFill>
                  <a:srgbClr val="B8BC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months ago to bet on it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0" y="228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DEGEN DESK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732520" y="329184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now.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64592" cy="1645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Solana memecoin wave at peak — harm scaling with it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64592" cy="1645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017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lets one person ship a chat agent worth using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64592" cy="1645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49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Free public-goods infrastructure needs to exist first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34840" y="1417320"/>
            <a:ext cx="274320" cy="2743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74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spc="8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DEGEN DESK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457200" y="3154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Accelerator + funding to scale free-tier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B8BC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degendesk.xyz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Degen Desk — Pitch</dc:title>
  <dc:subject>PptxGenJS Presentation</dc:subject>
  <dc:creator>Degen Desk</dc:creator>
  <cp:lastModifiedBy>Degen Desk</cp:lastModifiedBy>
  <cp:revision>1</cp:revision>
  <dcterms:created xsi:type="dcterms:W3CDTF">2026-05-11T05:03:52Z</dcterms:created>
  <dcterms:modified xsi:type="dcterms:W3CDTF">2026-05-11T05:03:52Z</dcterms:modified>
</cp:coreProperties>
</file>